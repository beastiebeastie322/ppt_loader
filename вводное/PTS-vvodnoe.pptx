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4D8D"/>
                </a:solidFill>
                <a:latin typeface="Arial"/>
              </a:rPr>
              <a:t>ТЕХ ГУАП · направление ПТС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115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7EEF5"/>
                </a:solidFill>
                <a:latin typeface="Arial"/>
              </a:rPr>
              <a:t>Трансляции: зачем и с чем едят Вводное занятие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Кто 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ТЕХ ГУАП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Студия технического обеспечения мероприятий. Делаем так, чтобы зритель видел и слышал «магию» — а техника оставалась невидимой.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01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Звук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Площадка, микшер, микрофоны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02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Свет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Атмосфера и приборы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03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Видео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Экраны, проекторы, контент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04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ПТС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Камеры, эфир, стрим, запись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Что такое ПТС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Направление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Передвижная телевизионная станция — вся цепочка, которая увозит событие за пределы зала.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Куда уходит картинка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Прямой эфир — VK, YouTube и другие платформы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Онлайн‑встреча — Zoom, TrueConf и похожие сервисы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Запись — архив, нарезки, отчётность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Удалённый зал — трансляция в другое помещение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Кто мы в кадре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Мы не видеооператоры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Иногда выходим видеооператорами на эфир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С камерами работаем не хуже видеооператоров — понимаем кадр, свет, экспозицию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Наша суперсила — связать камеру, сигнал, микшер и доставку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Что делаем руками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Собираем схему эфира и коммутацию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Поднимаем микшер, графику, звук в программу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Следим за качеством сигнала до зрителя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Зачем это студии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Мероприятие живёт дольше, чем зал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Есть контроль и ответственность за эфир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Реальный опыт продакшна, а не только теория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О чём сегодня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Сегодня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О чём пойдёт речь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Короткая карта вводного: от смысла эфира до того, как устроен курс дальше.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01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Смысл и форматы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02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Пайплайн эфира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03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Железо, софт, люди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04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Дальше по курсу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Зачем трансляции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Смысл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Зачем нужны трансляции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01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Доступность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Событие видят те, кто не попал в зал. Live сейчас — и архив потом.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02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Расширение аудитории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Эфир выносит мероприятие за стены площадки: университет, город, партнёры, выпускники.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03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Удалённые команды и конференции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Когда спикеры и слушатели в разных городах, трансляция — единственный общий «зал»: переговоры, форумы, гибридные сессии.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04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Качество самого события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Контроль картинки и звука, фиксация «как было», отдельный продукт рядом с живым залом.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Форматы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Какими бывают трансляции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LIVE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Онлайн‑эфир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Концерты, конференции, церемонии — картинка уходит в сеть в реальном времени.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HYBRID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Гибрид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Зал + удалённые спикеры и зрители. ВКС, задержки, аккуратная маршрутизация.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RECORD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Запись / IMAG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Фиксация на диск, показ на экранах зала, материалы без обязательного стрима.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STUDIO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Студийная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Подкасты, интервью, ток‑шоу — контролируемый свет, звук и фон.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КАМЕРЫ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Однокамерная и многокамерная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1 камера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Простой эфир, лекция, фиксация. Минимум постов, максимум дисциплины кадра.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Много камер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Режиссёр переключает планы в эфире: общий, средний, детали, реакция зала.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Пайплайн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Цепочка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Что нужно для трансляции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Что нужно, чтобы событие уехало из зала к зрителю?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Источник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Камеры, ПК, презентации, графика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Сигнал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Кабели, конвертеры, матрицы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Микшер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vMix / пульты, переключения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Доставка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RTMP / SRT / NDI, стрим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Зритель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Платформа, экран, архив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Железо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Инфраструктура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То, без чего эфир не встанет на ноги.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01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Камеры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Точки съёмки, штативы, сигнал в тракт. Кадр начинается здесь.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02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Коммутация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Кабели, сплиттеры, матрицы, конвертеры — путь сигнала без сюрпризов.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03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Микшер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Железный или программный пульт: куда что входит и что уходит в эфир.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Софт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Инфраструктура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Программы и материалы, которые собирают картинку в продукт.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Микшер и эфир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vMix — наш основной программный микшер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Входы / выходы, стрим, запись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Слои, маршруты, триггеры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Контент в эфире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Титры, бамперы, стингеры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Презентации и заставки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Подготовка до эфира и «пожарные» варианты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Кодеки и доставка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Запись: mp4, ProRes и компания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Доставка зрителю: RTMP, SRT…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ВКС: WebRTC и схемы MCU / SFU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Сети и стандарты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NDI, Dante, SMPTE и «по кабелю»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Понимание, чем сигнал едет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Где узкое место — и как его обойти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Люди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Команда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Люди на трансляции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Выпускающий режиссёр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Отвечает за эфир целиком: готовность, тайминг, финальное «можно в эфир».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Режиссёр трансляции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Решает, что в программе. Переключения, темп, крупности, реакция на сцену.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Инженер ПТС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Коммутация, сигналы, железо, стрим — чтобы всё работало.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Оператор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Строит кадр, держит фокус, слушает команды. Мы иногда закрываем этот пост сами.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Виджей трансляции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Графика в эфире: слои, переходы, визуальный ритм программы.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Звук / продюсер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Чистый звук в программу и связь с органами по сценарию события.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Площадки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Где мы работаем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Актовый зал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Крупные мероприятия и полноценные эфиры.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Большая площадка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ПТСКА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Наша рабочая зона: сборка, учебка, железо.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Домашняя база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Внешние площадки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Выезды: типовые схемы, быстрый разворот, полевые условия.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Внешние эфиры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Курс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Чему учимся дальше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Деление условное: темы пересекаются, жёстких «ты только инженер / только режиссёр» нет.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ИНЖЕНЕРНЫЕ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Сигнал, железо, сети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Сигналы и коммутация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Оборудование и стандарты по кабелю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Кодеки, контейнеры, доставка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vMix: входы, маршруты, стрим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Сети: NDI, Dante, SRT, RTMP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Типовые схемы и «нулевая» трансляция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РЕЖИССЁРСКИЕ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Кадр, монтаж, эфир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Монтаж в трансляции vs пост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Построение кадра и крупности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Операторские приёмы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Свет, цвет, ритм программы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Камера: экспозиция, фокус, штатив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— Дизайн в эфире и работа с контентом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Плюс менеджмент эфира: ТЗ, сценплан, зоны ответственности, заказчики — это общий слой для обеих веток.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Формат обучения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Практика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Как проходит обучение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Л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Лекции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Теория: режиссура, сигналы, кодеки, сети, дизайн.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П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Практики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Коммутация руками, vMix, камера, типовые схемы.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ЭФИР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Нулевая трансляция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Эфир «с нуля» — проверка, что всё сложилось.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Цель курса — не сдать теорию, а уметь поднять трансляцию.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C0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7EEF5"/>
                </a:solidFill>
                <a:latin typeface="Arial"/>
              </a:rPr>
              <a:t>Итог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Трансляции — вводное занятие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ПТС делает событие видимым за пределами зала. Кратко, что разобрали: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Смысл и форматы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Зачем нужен эфир, какие бывают трансляции — от live и гибрида до записи и мультикамеры.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Пайплайн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Источник → сигнал → микшер → доставка → зритель. Базовая цепочка любого эфира.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Железо, софт, люди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Камеры и коммутация, vMix и контент, роли на смене — кто собирает картинку.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7EEF5"/>
                </a:solidFill>
                <a:latin typeface="Arial"/>
              </a:rPr>
              <a:t>— Курс дальше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Инженерные и режиссёрские темы без жёстких рамок — плюс практика и нулевая трансляция.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4A8BC"/>
                </a:solidFill>
                <a:latin typeface="Arial"/>
              </a:rPr>
              <a:t>Лектор: Тоскин Вадим — руководитель направления ПТС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63807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4A8BC"/>
                </a:solidFill>
                <a:latin typeface="Arial"/>
              </a:rPr>
              <a:t>ТЕХ ГУАП · ПТС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8BC"/>
                </a:solidFill>
                <a:latin typeface="Arial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